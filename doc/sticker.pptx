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4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6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0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7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9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8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7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7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5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0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4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4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95438-4452-432C-8CA1-AFE45B06A6A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511B9-E837-475F-90FC-E61DC2B1F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ADA09C7-CDE3-A9AB-E7A4-A8E21E75571C}"/>
              </a:ext>
            </a:extLst>
          </p:cNvPr>
          <p:cNvGrpSpPr/>
          <p:nvPr/>
        </p:nvGrpSpPr>
        <p:grpSpPr>
          <a:xfrm>
            <a:off x="596919" y="1098468"/>
            <a:ext cx="723331" cy="1606594"/>
            <a:chOff x="859809" y="1133260"/>
            <a:chExt cx="723331" cy="160659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643D9D-DDC1-98F6-A827-2F047B8C459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1C12CD-9FB7-1D45-05B4-46D0D9FBADEA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244EA8-2F54-CF86-C18A-617516D18EE9}"/>
              </a:ext>
            </a:extLst>
          </p:cNvPr>
          <p:cNvGrpSpPr/>
          <p:nvPr/>
        </p:nvGrpSpPr>
        <p:grpSpPr>
          <a:xfrm>
            <a:off x="1170933" y="1098468"/>
            <a:ext cx="723331" cy="1606594"/>
            <a:chOff x="859809" y="1133260"/>
            <a:chExt cx="723331" cy="160659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D64261-9EC3-7BE2-C736-75B0BA7349A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F66919-2E8D-6633-A554-F33D5918F923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E84EE78-5601-AE69-AD4C-8E9C2469DA22}"/>
              </a:ext>
            </a:extLst>
          </p:cNvPr>
          <p:cNvGrpSpPr/>
          <p:nvPr/>
        </p:nvGrpSpPr>
        <p:grpSpPr>
          <a:xfrm>
            <a:off x="1744947" y="1098468"/>
            <a:ext cx="723331" cy="1606594"/>
            <a:chOff x="859809" y="1133260"/>
            <a:chExt cx="723331" cy="16065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FED066-5D4D-F7B0-E83B-5F4C48E206B7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40EC32-6F04-C993-1871-656D3E23F09D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A06717-C102-AD8D-62CB-3D49A2E1D9A8}"/>
              </a:ext>
            </a:extLst>
          </p:cNvPr>
          <p:cNvGrpSpPr/>
          <p:nvPr/>
        </p:nvGrpSpPr>
        <p:grpSpPr>
          <a:xfrm>
            <a:off x="2318961" y="1098468"/>
            <a:ext cx="723331" cy="1606594"/>
            <a:chOff x="859809" y="1133260"/>
            <a:chExt cx="723331" cy="16065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A09D30-0371-C345-6FE0-0B30B8EAE08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76F97F-CF84-5CE4-FF42-E9E7662D5CC8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B79A67-70AF-E3DC-0137-328BA30A9281}"/>
              </a:ext>
            </a:extLst>
          </p:cNvPr>
          <p:cNvGrpSpPr/>
          <p:nvPr/>
        </p:nvGrpSpPr>
        <p:grpSpPr>
          <a:xfrm>
            <a:off x="2892975" y="1098468"/>
            <a:ext cx="723331" cy="1606594"/>
            <a:chOff x="859809" y="1133260"/>
            <a:chExt cx="723331" cy="16065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A8F025C-2E22-689F-D351-A5D6FE1BD3A5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73427D-4DC6-8D50-6D7D-DB0B1CE333C8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53748D-E777-6E2E-10CA-34C51DE8810B}"/>
              </a:ext>
            </a:extLst>
          </p:cNvPr>
          <p:cNvGrpSpPr/>
          <p:nvPr/>
        </p:nvGrpSpPr>
        <p:grpSpPr>
          <a:xfrm>
            <a:off x="3466989" y="1098468"/>
            <a:ext cx="723331" cy="1606594"/>
            <a:chOff x="859809" y="1133260"/>
            <a:chExt cx="723331" cy="160659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AFD7D79-B6E2-C659-4AD6-7D55CCC0BB82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CA9FF7C-86DE-439B-2E6C-7F931466A2A7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2970A22-A690-5145-A502-BA9E931E9ED3}"/>
              </a:ext>
            </a:extLst>
          </p:cNvPr>
          <p:cNvGrpSpPr/>
          <p:nvPr/>
        </p:nvGrpSpPr>
        <p:grpSpPr>
          <a:xfrm>
            <a:off x="4041003" y="1098468"/>
            <a:ext cx="723331" cy="1606594"/>
            <a:chOff x="859809" y="1133260"/>
            <a:chExt cx="723331" cy="160659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466EBE-FBFD-FB5B-DFFF-C64038F07C01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BD0014-4004-D547-28B8-70A35ADEC763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D8AF0D-DF66-48BE-36EA-E1481F297112}"/>
              </a:ext>
            </a:extLst>
          </p:cNvPr>
          <p:cNvGrpSpPr/>
          <p:nvPr/>
        </p:nvGrpSpPr>
        <p:grpSpPr>
          <a:xfrm>
            <a:off x="4615017" y="1098468"/>
            <a:ext cx="723331" cy="1606594"/>
            <a:chOff x="859809" y="1133260"/>
            <a:chExt cx="723331" cy="16065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5214D1-4032-7584-6A7B-E3390102F101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1865BB-29CF-F797-1CA9-01F4A753BBE2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A35BBF5-86E1-4FFD-83BF-9442D0FCA4A6}"/>
              </a:ext>
            </a:extLst>
          </p:cNvPr>
          <p:cNvGrpSpPr/>
          <p:nvPr/>
        </p:nvGrpSpPr>
        <p:grpSpPr>
          <a:xfrm>
            <a:off x="5189031" y="1098468"/>
            <a:ext cx="723331" cy="1606594"/>
            <a:chOff x="859809" y="1133260"/>
            <a:chExt cx="723331" cy="160659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336301-D158-6E92-5B7B-2A6CC92780CD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649385B-6752-D0CF-2312-A8F47B128350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98252EF-A1F0-BFE2-240B-71781A616446}"/>
              </a:ext>
            </a:extLst>
          </p:cNvPr>
          <p:cNvGrpSpPr/>
          <p:nvPr/>
        </p:nvGrpSpPr>
        <p:grpSpPr>
          <a:xfrm>
            <a:off x="5763045" y="1098468"/>
            <a:ext cx="723331" cy="1606594"/>
            <a:chOff x="859809" y="1133260"/>
            <a:chExt cx="723331" cy="16065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574518D-16D6-9257-EC71-25111362F604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24559E-46FB-55C3-482B-6E8ECF357897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0B98FAC-B74C-CC85-72E0-53667C0B6074}"/>
              </a:ext>
            </a:extLst>
          </p:cNvPr>
          <p:cNvGrpSpPr/>
          <p:nvPr/>
        </p:nvGrpSpPr>
        <p:grpSpPr>
          <a:xfrm>
            <a:off x="596919" y="2599608"/>
            <a:ext cx="723331" cy="1606594"/>
            <a:chOff x="859809" y="1133260"/>
            <a:chExt cx="723331" cy="160659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8C06ABE-7839-5D5C-703E-D7256697FD68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EB0F8D2-47E0-3972-D1AB-5A410ADC6CD8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C0349B7-F0AB-2C5B-44C9-D00E2438C0B5}"/>
              </a:ext>
            </a:extLst>
          </p:cNvPr>
          <p:cNvGrpSpPr/>
          <p:nvPr/>
        </p:nvGrpSpPr>
        <p:grpSpPr>
          <a:xfrm>
            <a:off x="1170933" y="2599608"/>
            <a:ext cx="723331" cy="1606594"/>
            <a:chOff x="859809" y="1133260"/>
            <a:chExt cx="723331" cy="160659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C3CC9EB-D629-A688-0790-5A8F56D3A791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D05DDD-5EC5-FC57-3621-E086138D33F1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56B078A-5F89-51BE-FD29-8A8E09143880}"/>
              </a:ext>
            </a:extLst>
          </p:cNvPr>
          <p:cNvGrpSpPr/>
          <p:nvPr/>
        </p:nvGrpSpPr>
        <p:grpSpPr>
          <a:xfrm>
            <a:off x="1744947" y="2599608"/>
            <a:ext cx="723331" cy="1606594"/>
            <a:chOff x="859809" y="1133260"/>
            <a:chExt cx="723331" cy="160659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5F14A17-15A2-1FE6-24B4-B288CA909538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69D2B15-A3DF-7CD9-10EA-96705A366A96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7B6A9B-B462-B285-CB16-FC910750B32F}"/>
              </a:ext>
            </a:extLst>
          </p:cNvPr>
          <p:cNvGrpSpPr/>
          <p:nvPr/>
        </p:nvGrpSpPr>
        <p:grpSpPr>
          <a:xfrm>
            <a:off x="2318961" y="2599608"/>
            <a:ext cx="723331" cy="1606594"/>
            <a:chOff x="859809" y="1133260"/>
            <a:chExt cx="723331" cy="160659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6F6AC7D-FC2B-4E86-D591-64FBCC172241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D684248-5195-BEC3-5AD2-A238C6F49137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DCFBC7F-1446-F19E-48F2-189E34BA2395}"/>
              </a:ext>
            </a:extLst>
          </p:cNvPr>
          <p:cNvGrpSpPr/>
          <p:nvPr/>
        </p:nvGrpSpPr>
        <p:grpSpPr>
          <a:xfrm>
            <a:off x="2892975" y="2599608"/>
            <a:ext cx="723331" cy="1606594"/>
            <a:chOff x="859809" y="1133260"/>
            <a:chExt cx="723331" cy="160659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E03C8B3-5AD7-DBB0-EF2C-67156AF71477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A7EAD45-AE48-BF3C-D934-C81DB094775E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2606949-43C3-DB5D-2BA6-74845A5A2313}"/>
              </a:ext>
            </a:extLst>
          </p:cNvPr>
          <p:cNvGrpSpPr/>
          <p:nvPr/>
        </p:nvGrpSpPr>
        <p:grpSpPr>
          <a:xfrm>
            <a:off x="3466989" y="2599608"/>
            <a:ext cx="723331" cy="1606594"/>
            <a:chOff x="859809" y="1133260"/>
            <a:chExt cx="723331" cy="160659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32DA32F-563B-9020-73F2-4D7982774098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08AE54-F1DF-1CE2-F544-9E7AE68D4A85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84D8209-08AB-0D78-9F4F-F4B93AA9DE1B}"/>
              </a:ext>
            </a:extLst>
          </p:cNvPr>
          <p:cNvGrpSpPr/>
          <p:nvPr/>
        </p:nvGrpSpPr>
        <p:grpSpPr>
          <a:xfrm>
            <a:off x="4041003" y="2599608"/>
            <a:ext cx="723331" cy="1606594"/>
            <a:chOff x="859809" y="1133260"/>
            <a:chExt cx="723331" cy="1606594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B8DF837-5978-4A06-35FC-0C79D037A2A9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B02C3FC-8028-EB75-19A1-8AFB7B1423E0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44E69BD-DE11-9971-5A57-7EBD00A422C3}"/>
              </a:ext>
            </a:extLst>
          </p:cNvPr>
          <p:cNvGrpSpPr/>
          <p:nvPr/>
        </p:nvGrpSpPr>
        <p:grpSpPr>
          <a:xfrm>
            <a:off x="4615017" y="2599608"/>
            <a:ext cx="723331" cy="1606594"/>
            <a:chOff x="859809" y="1133260"/>
            <a:chExt cx="723331" cy="160659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D790BB-468E-BADF-CB8C-55E9930A8F86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18A91BE-D38C-9F49-C979-D542EED56A52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124E269-5FD8-903F-19C5-4853D01E927E}"/>
              </a:ext>
            </a:extLst>
          </p:cNvPr>
          <p:cNvGrpSpPr/>
          <p:nvPr/>
        </p:nvGrpSpPr>
        <p:grpSpPr>
          <a:xfrm>
            <a:off x="5189031" y="2599608"/>
            <a:ext cx="723331" cy="1606594"/>
            <a:chOff x="859809" y="1133260"/>
            <a:chExt cx="723331" cy="1606594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AF8FCE5-2EC8-564F-D07D-86AEC71BDBF8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91C19F6-F6E6-5DCD-FF20-A2C28125A89E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D1DBEC8-92E6-27CA-AE1B-C586E9346E57}"/>
              </a:ext>
            </a:extLst>
          </p:cNvPr>
          <p:cNvGrpSpPr/>
          <p:nvPr/>
        </p:nvGrpSpPr>
        <p:grpSpPr>
          <a:xfrm>
            <a:off x="5763045" y="2599608"/>
            <a:ext cx="723331" cy="1606594"/>
            <a:chOff x="859809" y="1133260"/>
            <a:chExt cx="723331" cy="1606594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6F5B900-7C1D-DA8E-6873-140B6CA2CB42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25C9B20-0048-5F96-56D5-D58233EB1433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332BCFA-3494-1FB0-DA13-EAF922D57063}"/>
              </a:ext>
            </a:extLst>
          </p:cNvPr>
          <p:cNvGrpSpPr/>
          <p:nvPr/>
        </p:nvGrpSpPr>
        <p:grpSpPr>
          <a:xfrm>
            <a:off x="596919" y="4114083"/>
            <a:ext cx="723331" cy="1606594"/>
            <a:chOff x="859809" y="1133260"/>
            <a:chExt cx="723331" cy="1606594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EF6DBF0-4E85-EB7C-1E28-13D96139612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78C9786-6AC2-EE23-1DFB-B0D604C91A95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355496F-CB66-D875-0DA5-5A06D2950C33}"/>
              </a:ext>
            </a:extLst>
          </p:cNvPr>
          <p:cNvGrpSpPr/>
          <p:nvPr/>
        </p:nvGrpSpPr>
        <p:grpSpPr>
          <a:xfrm>
            <a:off x="1170933" y="4114083"/>
            <a:ext cx="723331" cy="1606594"/>
            <a:chOff x="859809" y="1133260"/>
            <a:chExt cx="723331" cy="160659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117085D-9BCC-F39E-5160-314C3F44BA2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55966DF-D630-0818-F8B3-1C95A79D59C6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BA2930E-E762-05FE-ABCC-A198337A2DA2}"/>
              </a:ext>
            </a:extLst>
          </p:cNvPr>
          <p:cNvGrpSpPr/>
          <p:nvPr/>
        </p:nvGrpSpPr>
        <p:grpSpPr>
          <a:xfrm>
            <a:off x="1744947" y="4114083"/>
            <a:ext cx="723331" cy="1606594"/>
            <a:chOff x="859809" y="1133260"/>
            <a:chExt cx="723331" cy="1606594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ADF7A90-1BC9-EBE7-19FF-A98662221A3B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A515DD9-F642-1A13-4479-49F2FBA88EE8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8373CE2-5406-658D-218A-8FD3023D9E2F}"/>
              </a:ext>
            </a:extLst>
          </p:cNvPr>
          <p:cNvGrpSpPr/>
          <p:nvPr/>
        </p:nvGrpSpPr>
        <p:grpSpPr>
          <a:xfrm>
            <a:off x="2318961" y="4114083"/>
            <a:ext cx="723331" cy="1606594"/>
            <a:chOff x="859809" y="1133260"/>
            <a:chExt cx="723331" cy="1606594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E81D4AC-C22E-A497-A9B7-CBA8C735804C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5D82806-19B2-32B5-7693-0380A07F97A6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7C4B639-E589-FFDB-B0F2-B4015EC5B913}"/>
              </a:ext>
            </a:extLst>
          </p:cNvPr>
          <p:cNvGrpSpPr/>
          <p:nvPr/>
        </p:nvGrpSpPr>
        <p:grpSpPr>
          <a:xfrm>
            <a:off x="2892975" y="4114083"/>
            <a:ext cx="723331" cy="1606594"/>
            <a:chOff x="859809" y="1133260"/>
            <a:chExt cx="723331" cy="160659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EB2D4B3-5B94-F223-A944-0311857916FF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9A0BEAC-007C-5B8F-3AA5-865A22C18BC8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3B26DC1-B916-36B9-3B57-DEC2CD6EB583}"/>
              </a:ext>
            </a:extLst>
          </p:cNvPr>
          <p:cNvGrpSpPr/>
          <p:nvPr/>
        </p:nvGrpSpPr>
        <p:grpSpPr>
          <a:xfrm>
            <a:off x="3466989" y="4114083"/>
            <a:ext cx="723331" cy="1606594"/>
            <a:chOff x="859809" y="1133260"/>
            <a:chExt cx="723331" cy="1606594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51D63FF-6E48-EE26-7BE3-DA59A07CA02E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7ABF9E6-026D-77F8-B8DC-E336E5963354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546D68E-4F5C-1979-F0D2-16E91BAB639A}"/>
              </a:ext>
            </a:extLst>
          </p:cNvPr>
          <p:cNvGrpSpPr/>
          <p:nvPr/>
        </p:nvGrpSpPr>
        <p:grpSpPr>
          <a:xfrm>
            <a:off x="4041003" y="4114083"/>
            <a:ext cx="723331" cy="1606594"/>
            <a:chOff x="859809" y="1133260"/>
            <a:chExt cx="723331" cy="1606594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FE0AB53-1796-6DB0-62FA-A09A5EDA8D7F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E8338F7-E36B-2C70-4255-3E1BE71F6234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7601E32-6EC8-B883-221D-706273FCF7AE}"/>
              </a:ext>
            </a:extLst>
          </p:cNvPr>
          <p:cNvGrpSpPr/>
          <p:nvPr/>
        </p:nvGrpSpPr>
        <p:grpSpPr>
          <a:xfrm>
            <a:off x="4615017" y="4114083"/>
            <a:ext cx="723331" cy="1606594"/>
            <a:chOff x="859809" y="1133260"/>
            <a:chExt cx="723331" cy="1606594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892CA67-A91B-7F39-BDD7-5BA9B5514AC1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0E22E99-55E0-E6C3-C865-4D8CC0F47627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775CE93-0240-243B-E14C-808052BE1BB5}"/>
              </a:ext>
            </a:extLst>
          </p:cNvPr>
          <p:cNvGrpSpPr/>
          <p:nvPr/>
        </p:nvGrpSpPr>
        <p:grpSpPr>
          <a:xfrm>
            <a:off x="5189031" y="4114083"/>
            <a:ext cx="723331" cy="1606594"/>
            <a:chOff x="859809" y="1133260"/>
            <a:chExt cx="723331" cy="1606594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FD3B92-B192-B15B-1269-DEF66043DBF1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57868E6-1993-3961-E553-A34C5C67847B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CDF419B-A367-63AB-9CA1-1BF9CD95C016}"/>
              </a:ext>
            </a:extLst>
          </p:cNvPr>
          <p:cNvGrpSpPr/>
          <p:nvPr/>
        </p:nvGrpSpPr>
        <p:grpSpPr>
          <a:xfrm>
            <a:off x="5763045" y="4114083"/>
            <a:ext cx="723331" cy="1606594"/>
            <a:chOff x="859809" y="1133260"/>
            <a:chExt cx="723331" cy="1606594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E7F0ECB-2A7E-0BD6-E929-0FD5C5D9094D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775E60E-AAFC-C0B3-5C98-DDF309CF0E6C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45B47F4-B26E-AD43-C9C2-76AD8D004383}"/>
              </a:ext>
            </a:extLst>
          </p:cNvPr>
          <p:cNvGrpSpPr/>
          <p:nvPr/>
        </p:nvGrpSpPr>
        <p:grpSpPr>
          <a:xfrm>
            <a:off x="596919" y="5615223"/>
            <a:ext cx="723331" cy="1606594"/>
            <a:chOff x="859809" y="1133260"/>
            <a:chExt cx="723331" cy="1606594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89AF309-7602-8891-3B7A-E1647C8682FE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3CC6633-D736-D3BC-BAFF-6D296B07A6BB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2AC4160-D35D-A4BE-9464-470F32A065AA}"/>
              </a:ext>
            </a:extLst>
          </p:cNvPr>
          <p:cNvGrpSpPr/>
          <p:nvPr/>
        </p:nvGrpSpPr>
        <p:grpSpPr>
          <a:xfrm>
            <a:off x="1170933" y="5615223"/>
            <a:ext cx="723331" cy="1606594"/>
            <a:chOff x="859809" y="1133260"/>
            <a:chExt cx="723331" cy="160659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9D5F876-8D32-C23F-1243-D477D1959E36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81567AC-0629-B347-D3F7-4474C3E79FC7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B544BD1-221B-67A7-F760-DD8F78E4D583}"/>
              </a:ext>
            </a:extLst>
          </p:cNvPr>
          <p:cNvGrpSpPr/>
          <p:nvPr/>
        </p:nvGrpSpPr>
        <p:grpSpPr>
          <a:xfrm>
            <a:off x="1744947" y="5615223"/>
            <a:ext cx="723331" cy="1606594"/>
            <a:chOff x="859809" y="1133260"/>
            <a:chExt cx="723331" cy="1606594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DAA8DE2-EA75-8E29-7B13-51460CF6B7C8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4A184E9-E6C2-6F7E-793B-C1AA250BDB74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C07AE64-ABF5-AC91-5DDF-ECDD7BA7D3DF}"/>
              </a:ext>
            </a:extLst>
          </p:cNvPr>
          <p:cNvGrpSpPr/>
          <p:nvPr/>
        </p:nvGrpSpPr>
        <p:grpSpPr>
          <a:xfrm>
            <a:off x="2318961" y="5615223"/>
            <a:ext cx="723331" cy="1606594"/>
            <a:chOff x="859809" y="1133260"/>
            <a:chExt cx="723331" cy="1606594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0E6BB25-950B-3577-4556-D7B1C6BB0FBF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595D08F-3CF9-C207-E6C4-40ABEA8A7F0A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5A49031-DCE4-AB74-C944-C669ABDC490E}"/>
              </a:ext>
            </a:extLst>
          </p:cNvPr>
          <p:cNvGrpSpPr/>
          <p:nvPr/>
        </p:nvGrpSpPr>
        <p:grpSpPr>
          <a:xfrm>
            <a:off x="2892975" y="5615223"/>
            <a:ext cx="723331" cy="1606594"/>
            <a:chOff x="859809" y="1133260"/>
            <a:chExt cx="723331" cy="1606594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4E2A8E4-9541-85DA-D004-6A5A80C07D45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95BF608-CDAC-45CA-9961-A65E4134579F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E0C6331-D527-2B95-13C8-1F75551C675A}"/>
              </a:ext>
            </a:extLst>
          </p:cNvPr>
          <p:cNvGrpSpPr/>
          <p:nvPr/>
        </p:nvGrpSpPr>
        <p:grpSpPr>
          <a:xfrm>
            <a:off x="3466989" y="5615223"/>
            <a:ext cx="723331" cy="1606594"/>
            <a:chOff x="859809" y="1133260"/>
            <a:chExt cx="723331" cy="1606594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CAB0A7F-AC40-73E4-DE83-CC92321F2CC9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1CACCF0-7F66-7CC6-4C65-FFE8681CAEA1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1F94FAC-1817-80F7-6415-8B4AEA354442}"/>
              </a:ext>
            </a:extLst>
          </p:cNvPr>
          <p:cNvGrpSpPr/>
          <p:nvPr/>
        </p:nvGrpSpPr>
        <p:grpSpPr>
          <a:xfrm>
            <a:off x="4041003" y="5615223"/>
            <a:ext cx="723331" cy="1606594"/>
            <a:chOff x="859809" y="1133260"/>
            <a:chExt cx="723331" cy="1606594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D3C66C4-63F7-7C56-ACCF-FCDE06F8B94F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404D88E-44EA-62D6-16A7-21412813D6D3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B7126F0-2DC2-64BF-E749-386C53C181C5}"/>
              </a:ext>
            </a:extLst>
          </p:cNvPr>
          <p:cNvGrpSpPr/>
          <p:nvPr/>
        </p:nvGrpSpPr>
        <p:grpSpPr>
          <a:xfrm>
            <a:off x="4615017" y="5615223"/>
            <a:ext cx="723331" cy="1606594"/>
            <a:chOff x="859809" y="1133260"/>
            <a:chExt cx="723331" cy="1606594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D79D006-EAD5-8634-A183-E2349A6CB8D5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0DFAB7-67D5-F70F-C765-12F4EA1EF095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C0CF2FC-554F-C2C5-925F-7FCF3F1850CD}"/>
              </a:ext>
            </a:extLst>
          </p:cNvPr>
          <p:cNvGrpSpPr/>
          <p:nvPr/>
        </p:nvGrpSpPr>
        <p:grpSpPr>
          <a:xfrm>
            <a:off x="5189031" y="5615223"/>
            <a:ext cx="723331" cy="1606594"/>
            <a:chOff x="859809" y="1133260"/>
            <a:chExt cx="723331" cy="160659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40FA85A-D3D4-CAEF-270D-A54E012F0A65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74C22A2-0A3E-AD60-26E4-613999E0F51C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7FD9121-6454-5C69-3248-994A803F6760}"/>
              </a:ext>
            </a:extLst>
          </p:cNvPr>
          <p:cNvGrpSpPr/>
          <p:nvPr/>
        </p:nvGrpSpPr>
        <p:grpSpPr>
          <a:xfrm>
            <a:off x="5763045" y="5615223"/>
            <a:ext cx="723331" cy="1606594"/>
            <a:chOff x="859809" y="1133260"/>
            <a:chExt cx="723331" cy="1606594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9422094-3B5C-D178-529F-7FCB5BFDE732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6575BF7-2405-7C31-65BA-A1A2A019D908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7007D65-767D-DFF1-2A7B-BF48D13A00AE}"/>
              </a:ext>
            </a:extLst>
          </p:cNvPr>
          <p:cNvGrpSpPr/>
          <p:nvPr/>
        </p:nvGrpSpPr>
        <p:grpSpPr>
          <a:xfrm>
            <a:off x="599193" y="7132399"/>
            <a:ext cx="723331" cy="1606594"/>
            <a:chOff x="859809" y="1133260"/>
            <a:chExt cx="723331" cy="1606594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8AF75D2-08C8-529E-D299-36CEC09764EF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461C057-521C-F69A-1DC2-54A55C693706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EA64BF5-A532-104B-F57B-6AA687C79A47}"/>
              </a:ext>
            </a:extLst>
          </p:cNvPr>
          <p:cNvGrpSpPr/>
          <p:nvPr/>
        </p:nvGrpSpPr>
        <p:grpSpPr>
          <a:xfrm>
            <a:off x="1173207" y="7132399"/>
            <a:ext cx="723331" cy="1606594"/>
            <a:chOff x="859809" y="1133260"/>
            <a:chExt cx="723331" cy="1606594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E698756-5440-BE66-FED5-86E09FA6CF04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44DDC2E-5A44-1AAC-F9DE-75DC0DBC6E2D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F5DF922-56D4-6D84-DDB5-04513230239D}"/>
              </a:ext>
            </a:extLst>
          </p:cNvPr>
          <p:cNvGrpSpPr/>
          <p:nvPr/>
        </p:nvGrpSpPr>
        <p:grpSpPr>
          <a:xfrm>
            <a:off x="1747221" y="7132399"/>
            <a:ext cx="723331" cy="1606594"/>
            <a:chOff x="859809" y="1133260"/>
            <a:chExt cx="723331" cy="1606594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98E3CA0-AC3C-334F-0B87-72213DAF6FBE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82375BC-8C06-EEDE-792D-D8922D6432BA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DBA0251-C51B-B999-FF61-899787F4B8D2}"/>
              </a:ext>
            </a:extLst>
          </p:cNvPr>
          <p:cNvGrpSpPr/>
          <p:nvPr/>
        </p:nvGrpSpPr>
        <p:grpSpPr>
          <a:xfrm>
            <a:off x="2321235" y="7132399"/>
            <a:ext cx="723331" cy="1606594"/>
            <a:chOff x="859809" y="1133260"/>
            <a:chExt cx="723331" cy="1606594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BF6B649-4806-AC76-5313-6AAD2422B1C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DF2E294-A09E-84C6-071F-FB6579925ACE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C63ED66-684A-3D5F-282E-C32B5E4AA857}"/>
              </a:ext>
            </a:extLst>
          </p:cNvPr>
          <p:cNvGrpSpPr/>
          <p:nvPr/>
        </p:nvGrpSpPr>
        <p:grpSpPr>
          <a:xfrm>
            <a:off x="2895249" y="7132399"/>
            <a:ext cx="723331" cy="1606594"/>
            <a:chOff x="859809" y="1133260"/>
            <a:chExt cx="723331" cy="160659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3B8F499-A738-5DC3-1268-99B5C7A6893A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CF2D676-88FB-05D4-10C4-3E53CA56EBAB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A397E28-20CB-8C9A-A5EE-FE677AFC12C0}"/>
              </a:ext>
            </a:extLst>
          </p:cNvPr>
          <p:cNvGrpSpPr/>
          <p:nvPr/>
        </p:nvGrpSpPr>
        <p:grpSpPr>
          <a:xfrm>
            <a:off x="3469263" y="7132399"/>
            <a:ext cx="723331" cy="1606594"/>
            <a:chOff x="859809" y="1133260"/>
            <a:chExt cx="723331" cy="1606594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E99B2A5-3FF5-36B5-8418-B1BD9472C3D0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43E89FF-2229-9A8E-3583-BF0D02AC2851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E848389-EA1B-715F-0564-C13B60D83F2B}"/>
              </a:ext>
            </a:extLst>
          </p:cNvPr>
          <p:cNvGrpSpPr/>
          <p:nvPr/>
        </p:nvGrpSpPr>
        <p:grpSpPr>
          <a:xfrm>
            <a:off x="4043277" y="7132399"/>
            <a:ext cx="723331" cy="1606594"/>
            <a:chOff x="859809" y="1133260"/>
            <a:chExt cx="723331" cy="1606594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6347D89-A26A-58EE-8CE5-322008E66CD9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635CC36-18E7-CD1B-6592-6346A8F47485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D09D0A6-2681-44AA-4369-7D708130627B}"/>
              </a:ext>
            </a:extLst>
          </p:cNvPr>
          <p:cNvGrpSpPr/>
          <p:nvPr/>
        </p:nvGrpSpPr>
        <p:grpSpPr>
          <a:xfrm>
            <a:off x="4617291" y="7132399"/>
            <a:ext cx="723331" cy="1606594"/>
            <a:chOff x="859809" y="1133260"/>
            <a:chExt cx="723331" cy="1606594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CD20147-42E0-D5D9-0386-0ED4AD283A27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8B30B50-0E47-A031-2C1B-7641B816BE0E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5F36219-97D9-F3C5-9E60-9A22ED81EF5D}"/>
              </a:ext>
            </a:extLst>
          </p:cNvPr>
          <p:cNvGrpSpPr/>
          <p:nvPr/>
        </p:nvGrpSpPr>
        <p:grpSpPr>
          <a:xfrm>
            <a:off x="5191305" y="7132399"/>
            <a:ext cx="723331" cy="1606594"/>
            <a:chOff x="859809" y="1133260"/>
            <a:chExt cx="723331" cy="1606594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3D4E450-FF32-CADA-381E-8314EF89F0A6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C153E48-BCA5-C773-50E8-F5BEE785F2D2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8107721-C081-4CF6-DE2B-61F4CF5916D5}"/>
              </a:ext>
            </a:extLst>
          </p:cNvPr>
          <p:cNvGrpSpPr/>
          <p:nvPr/>
        </p:nvGrpSpPr>
        <p:grpSpPr>
          <a:xfrm>
            <a:off x="5765319" y="7132399"/>
            <a:ext cx="723331" cy="1606594"/>
            <a:chOff x="859809" y="1133260"/>
            <a:chExt cx="723331" cy="1606594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C7C7C8C-6B65-B758-0907-072108DC60CE}"/>
                </a:ext>
              </a:extLst>
            </p:cNvPr>
            <p:cNvSpPr/>
            <p:nvPr/>
          </p:nvSpPr>
          <p:spPr>
            <a:xfrm>
              <a:off x="859809" y="1176337"/>
              <a:ext cx="578466" cy="15144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728C8B2-176E-F3E9-A24E-7F15338E4DC9}"/>
                </a:ext>
              </a:extLst>
            </p:cNvPr>
            <p:cNvSpPr txBox="1"/>
            <p:nvPr/>
          </p:nvSpPr>
          <p:spPr>
            <a:xfrm>
              <a:off x="859809" y="1133260"/>
              <a:ext cx="723331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s-Latn-BA" sz="820" dirty="0"/>
                <a:t>+</a:t>
              </a:r>
              <a:r>
                <a:rPr lang="bs-Latn-BA" sz="820" dirty="0" err="1"/>
                <a:t>7~24Vdc</a:t>
              </a:r>
              <a:endParaRPr lang="bs-Latn-BA" sz="820" dirty="0"/>
            </a:p>
            <a:p>
              <a:r>
                <a:rPr lang="bs-Latn-BA" sz="820" dirty="0" err="1"/>
                <a:t>GND</a:t>
              </a:r>
              <a:endParaRPr lang="bs-Latn-BA" sz="820" dirty="0"/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A</a:t>
              </a:r>
            </a:p>
            <a:p>
              <a:r>
                <a:rPr lang="bs-Latn-BA" sz="820" dirty="0" err="1"/>
                <a:t>RS485</a:t>
              </a:r>
              <a:r>
                <a:rPr lang="bs-Latn-BA" sz="820" dirty="0"/>
                <a:t> B</a:t>
              </a:r>
            </a:p>
            <a:p>
              <a:r>
                <a:rPr lang="bs-Latn-BA" sz="820" dirty="0" err="1"/>
                <a:t>SENSOR</a:t>
              </a:r>
              <a:endParaRPr lang="bs-Latn-BA" sz="820" dirty="0"/>
            </a:p>
            <a:p>
              <a:r>
                <a:rPr lang="bs-Latn-BA" sz="820" dirty="0"/>
                <a:t>IN  2</a:t>
              </a:r>
            </a:p>
            <a:p>
              <a:r>
                <a:rPr lang="bs-Latn-BA" sz="820" dirty="0"/>
                <a:t>FAN L</a:t>
              </a:r>
            </a:p>
            <a:p>
              <a:r>
                <a:rPr lang="bs-Latn-BA" sz="820" dirty="0"/>
                <a:t>FAN M</a:t>
              </a:r>
            </a:p>
            <a:p>
              <a:r>
                <a:rPr lang="bs-Latn-BA" sz="820" dirty="0"/>
                <a:t>FAN H</a:t>
              </a:r>
            </a:p>
            <a:p>
              <a:r>
                <a:rPr lang="bs-Latn-BA" sz="820" dirty="0"/>
                <a:t>OUT 4</a:t>
              </a:r>
            </a:p>
            <a:p>
              <a:r>
                <a:rPr lang="bs-Latn-BA" sz="820" dirty="0"/>
                <a:t>OUT 5</a:t>
              </a:r>
            </a:p>
            <a:p>
              <a:r>
                <a:rPr lang="bs-Latn-BA" sz="820" dirty="0"/>
                <a:t>OUT 6</a:t>
              </a:r>
              <a:endParaRPr lang="en-US" sz="82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079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1100</Words>
  <Application>Microsoft Office PowerPoint</Application>
  <PresentationFormat>A4 Paper (210x297 mm)</PresentationFormat>
  <Paragraphs>600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Eldar Dedić</dc:creator>
  <cp:lastModifiedBy>Eldar Dedić</cp:lastModifiedBy>
  <cp:revision>1</cp:revision>
  <cp:lastPrinted>2026-05-23T13:01:18Z</cp:lastPrinted>
  <dcterms:created xsi:type="dcterms:W3CDTF">2026-05-23T12:47:04Z</dcterms:created>
  <dcterms:modified xsi:type="dcterms:W3CDTF">2026-05-23T13:05:57Z</dcterms:modified>
</cp:coreProperties>
</file>